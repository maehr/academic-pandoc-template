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notesMaster" Target="notesMasters/notesMaster1.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note visible in PowerPoint.</a:t>
            </a:r>
          </a:p>
          <a:p>
            <a:pPr lvl="0" indent="0" marL="0">
              <a:buNone/>
            </a:pPr>
          </a:p>
          <a:p>
            <a:pPr lvl="0"/>
            <a:r>
              <a:rPr/>
              <a:t>It can contain Markdown</a:t>
            </a:r>
          </a:p>
          <a:p>
            <a:pPr lvl="0" indent="0" marL="0">
              <a:buNone/>
            </a:pPr>
          </a:p>
          <a:p>
            <a:pPr lvl="0"/>
            <a:r>
              <a:rPr/>
              <a:t>like this list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creativecommons.org/licenses/by/2.0" TargetMode="External" /><Relationship Id="rId2" Type="http://schemas.openxmlformats.org/officeDocument/2006/relationships/image" Target="../media/image1.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wikipedia.org/" TargetMode="External" /><Relationship Id="rId3" Type="http://schemas.openxmlformats.org/officeDocument/2006/relationships/hyperlink" Target="mailto:info@wikipedia.org"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Title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Subtitle</a:t>
            </a:r>
            <a:br/>
            <a:br/>
            <a:r>
              <a:rPr/>
              <a:t>Eleanor Roosevelt</a:t>
            </a:r>
            <a:br/>
            <a:r>
              <a:rPr/>
              <a:t>John Peters Humphrey</a:t>
            </a:r>
          </a:p>
        </p:txBody>
      </p:sp>
      <p:sp>
        <p:nvSpPr>
          <p:cNvPr id="4" name="Date Placeholder 3"/>
          <p:cNvSpPr>
            <a:spLocks noGrp="1"/>
          </p:cNvSpPr>
          <p:nvPr>
            <p:ph idx="10" sz="half" type="dt"/>
          </p:nvPr>
        </p:nvSpPr>
        <p:spPr/>
        <p:txBody>
          <a:bodyPr/>
          <a:lstStyle/>
          <a:p>
            <a:pPr lvl="0" indent="0" marL="0">
              <a:buNone/>
            </a:pPr>
            <a:r>
              <a:rPr/>
              <a:t>2023-01-01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Heading 1</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Heading 2</a:t>
            </a:r>
          </a:p>
        </p:txBody>
      </p:sp>
      <p:sp>
        <p:nvSpPr>
          <p:cNvPr id="3" name="Content Placeholder 2"/>
          <p:cNvSpPr>
            <a:spLocks noGrp="1"/>
          </p:cNvSpPr>
          <p:nvPr>
            <p:ph idx="1"/>
          </p:nvPr>
        </p:nvSpPr>
        <p:spPr/>
        <p:txBody>
          <a:bodyPr/>
          <a:lstStyle/>
          <a:p>
            <a:pPr lvl="0" indent="0" marL="0">
              <a:buNone/>
            </a:pPr>
            <a:r>
              <a:rPr/>
              <a:t>All human beings are born free and equal in dignity and rights.</a:t>
            </a:r>
          </a:p>
          <a:p>
            <a:pPr lvl="0" indent="0" marL="0">
              <a:spcBef>
                <a:spcPts val="3000"/>
              </a:spcBef>
              <a:buNone/>
            </a:pPr>
            <a:r>
              <a:rPr b="1"/>
              <a:t>Heading 3</a:t>
            </a:r>
          </a:p>
          <a:p>
            <a:pPr lvl="0" indent="0" marL="0">
              <a:buNone/>
            </a:pPr>
            <a:r>
              <a:rPr/>
              <a:t>All human beings are born free and equal in dignity and rights.</a:t>
            </a:r>
          </a:p>
          <a:p>
            <a:pPr lvl="0" indent="0" marL="0">
              <a:spcBef>
                <a:spcPts val="3000"/>
              </a:spcBef>
              <a:buNone/>
            </a:pPr>
            <a:r>
              <a:rPr b="1"/>
              <a:t>Heading 4</a:t>
            </a:r>
          </a:p>
          <a:p>
            <a:pPr lvl="0" indent="0" marL="0">
              <a:buNone/>
            </a:pPr>
            <a:r>
              <a:rPr/>
              <a:t>All human beings are born free and equal in dignity and rights.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a:t>
            </a:r>
          </a:p>
        </p:txBody>
      </p:sp>
      <p:sp>
        <p:nvSpPr>
          <p:cNvPr id="3" name="Content Placeholder 2"/>
          <p:cNvSpPr>
            <a:spLocks noGrp="1"/>
          </p:cNvSpPr>
          <p:nvPr>
            <p:ph idx="1"/>
          </p:nvPr>
        </p:nvSpPr>
        <p:spPr/>
        <p:txBody>
          <a:bodyPr/>
          <a:lstStyle/>
          <a:p>
            <a:pPr lvl="0" indent="0" marL="0">
              <a:buNone/>
            </a:pPr>
            <a:r>
              <a:rPr b="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Italic</a:t>
            </a:r>
          </a:p>
        </p:txBody>
      </p:sp>
      <p:sp>
        <p:nvSpPr>
          <p:cNvPr id="3" name="Content Placeholder 2"/>
          <p:cNvSpPr>
            <a:spLocks noGrp="1"/>
          </p:cNvSpPr>
          <p:nvPr>
            <p:ph idx="1"/>
          </p:nvPr>
        </p:nvSpPr>
        <p:spPr/>
        <p:txBody>
          <a:bodyPr/>
          <a:lstStyle/>
          <a:p>
            <a:pPr lvl="0" indent="0" marL="0">
              <a:buNone/>
            </a:pPr>
            <a:r>
              <a:rPr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 and italic</a:t>
            </a:r>
          </a:p>
        </p:txBody>
      </p:sp>
      <p:sp>
        <p:nvSpPr>
          <p:cNvPr id="3" name="Content Placeholder 2"/>
          <p:cNvSpPr>
            <a:spLocks noGrp="1"/>
          </p:cNvSpPr>
          <p:nvPr>
            <p:ph idx="1"/>
          </p:nvPr>
        </p:nvSpPr>
        <p:spPr/>
        <p:txBody>
          <a:bodyPr/>
          <a:lstStyle/>
          <a:p>
            <a:pPr lvl="0" indent="0" marL="0">
              <a:buNone/>
            </a:pPr>
            <a:r>
              <a:rPr b="1"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Struck through</a:t>
            </a:r>
          </a:p>
        </p:txBody>
      </p:sp>
      <p:sp>
        <p:nvSpPr>
          <p:cNvPr id="3" name="Content Placeholder 2"/>
          <p:cNvSpPr>
            <a:spLocks noGrp="1"/>
          </p:cNvSpPr>
          <p:nvPr>
            <p:ph idx="1"/>
          </p:nvPr>
        </p:nvSpPr>
        <p:spPr/>
        <p:txBody>
          <a:bodyPr/>
          <a:lstStyle/>
          <a:p>
            <a:pPr lvl="0" indent="0" marL="0">
              <a:buNone/>
            </a:pPr>
            <a:r>
              <a:rPr strike="sngStrike"/>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Numbered lists</a:t>
            </a:r>
          </a:p>
        </p:txBody>
      </p:sp>
      <p:sp>
        <p:nvSpPr>
          <p:cNvPr id="3" name="Content Placeholder 2"/>
          <p:cNvSpPr>
            <a:spLocks noGrp="1"/>
          </p:cNvSpPr>
          <p:nvPr>
            <p:ph idx="1"/>
          </p:nvPr>
        </p:nvSpPr>
        <p:spPr/>
        <p:txBody>
          <a:bodyPr/>
          <a:lstStyle/>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Unnumbered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a:r>
              <a:rPr/>
              <a:t>All human beings are born free and equal in dignity and rights.</a:t>
            </a:r>
          </a:p>
          <a:p>
            <a:pPr lvl="0"/>
            <a:r>
              <a:rPr/>
              <a:t>All human beings are born free and equal in dignity and rights.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Mixed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indent="-342900" marL="685800">
              <a:buAutoNum type="arabicPeriod"/>
            </a:pPr>
            <a:r>
              <a:rPr/>
              <a:t>All human beings are born free and equal in dignity and rights.</a:t>
            </a:r>
          </a:p>
          <a:p>
            <a:pPr lvl="1" indent="-342900" marL="685800">
              <a:buAutoNum type="arabicPeriod"/>
            </a:pPr>
            <a:r>
              <a:rPr/>
              <a:t>All human beings are born free and equal in dignity and rights.</a:t>
            </a:r>
          </a:p>
          <a:p>
            <a:pPr lvl="0"/>
            <a:r>
              <a:rPr/>
              <a:t>All human beings are born free and equal in dignity and rights.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Figures and captions</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2667000" y="1193800"/>
            <a:ext cx="3810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Eleanor Roosevelt hält die englische Version der Allgemeinen Erklärung der Menschenrechte (FDR Presidential Library &amp; Museum, CC BY 2.0 </a:t>
            </a:r>
            <a:r>
              <a:rPr>
                <a:hlinkClick r:id="rId3"/>
              </a:rPr>
              <a:t>https://creativecommons.org/licenses/by/2.0</a:t>
            </a:r>
            <a:r>
              <a:rPr/>
              <a:t>, via Wikimedia Commons)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a:t>
            </a:r>
          </a:p>
        </p:txBody>
      </p:sp>
      <p:sp>
        <p:nvSpPr>
          <p:cNvPr id="3" name="Content Placeholder 2"/>
          <p:cNvSpPr>
            <a:spLocks noGrp="1"/>
          </p:cNvSpPr>
          <p:nvPr>
            <p:ph idx="1"/>
          </p:nvPr>
        </p:nvSpPr>
        <p:spPr/>
        <p:txBody>
          <a:bodyPr/>
          <a:lstStyle/>
          <a:p>
            <a:pPr lvl="0" indent="0">
              <a:buNone/>
            </a:pPr>
            <a:r>
              <a:rPr>
                <a:solidFill>
                  <a:srgbClr val="06287E"/>
                </a:solidFill>
                <a:latin typeface="Courier"/>
              </a:rPr>
              <a:t>ping</a:t>
            </a:r>
            <a:r>
              <a:rPr>
                <a:latin typeface="Courier"/>
              </a:rPr>
              <a:t> wikipedia.org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URLs and email addresses</a:t>
            </a:r>
          </a:p>
        </p:txBody>
      </p:sp>
      <p:sp>
        <p:nvSpPr>
          <p:cNvPr id="3" name="Content Placeholder 2"/>
          <p:cNvSpPr>
            <a:spLocks noGrp="1"/>
          </p:cNvSpPr>
          <p:nvPr>
            <p:ph idx="1"/>
          </p:nvPr>
        </p:nvSpPr>
        <p:spPr/>
        <p:txBody>
          <a:bodyPr/>
          <a:lstStyle/>
          <a:p>
            <a:pPr lvl="0" indent="0" marL="0">
              <a:buNone/>
            </a:pPr>
            <a:r>
              <a:rPr>
                <a:hlinkClick r:id="rId2"/>
              </a:rPr>
              <a:t>wikipedia.org</a:t>
            </a:r>
            <a:r>
              <a:rPr/>
              <a:t>, </a:t>
            </a:r>
            <a:r>
              <a:rPr>
                <a:hlinkClick r:id="rId3"/>
              </a:rPr>
              <a:t>info@wikipedia.org</a:t>
            </a:r>
            <a:r>
              <a:rPr/>
              <a:t>. 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Tables</a:t>
            </a:r>
          </a:p>
        </p:txBody>
      </p:sp>
      <p:graphicFrame>
        <p:nvGraphicFramePr>
          <p:cNvPr id="6" name="Content Placeholder 5"/>
          <p:cNvGraphicFramePr>
            <a:graphicFrameLocks noGrp="1"/>
          </p:cNvGraphicFramePr>
          <p:nvPr>
            <p:ph idx="1"/>
          </p:nvPr>
        </p:nvGraphicFramePr>
        <p:xfrm>
          <a:off x="457200" y="1193800"/>
          <a:ext cx="8229600" cy="2882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column 1</a:t>
                      </a:r>
                    </a:p>
                  </a:txBody>
                  <a:tcPr/>
                </a:tc>
                <a:tc>
                  <a:txBody>
                    <a:bodyPr/>
                    <a:lstStyle/>
                    <a:p>
                      <a:pPr lvl="0" indent="0" marL="0">
                        <a:buNone/>
                      </a:pPr>
                      <a:r>
                        <a:rPr/>
                        <a:t>column 2</a:t>
                      </a:r>
                    </a:p>
                  </a:txBody>
                  <a:tcPr/>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bl>
          </a:graphicData>
        </a:graphic>
      </p:graphicFrame>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Table caption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Footnotes</a:t>
            </a:r>
          </a:p>
        </p:txBody>
      </p:sp>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r>
              <a:rPr baseline="30000">
                <a:hlinkClick r:id="rId2" action="ppaction://hlinksldjump"/>
              </a:rPr>
              <a:t>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Quotes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Scientific citations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 They are endowed with reason and conscience and should act towards one another in a spirit of brotherhood. United Nations (1948)</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rights.(United Nations 1948)</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equal width</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with 40:60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equal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30:40:30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text</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Text in the right column.</a:t>
            </a:r>
          </a:p>
          <a:p>
            <a:pPr lvl="0" indent="0" marL="0">
              <a:buNone/>
            </a:pPr>
            <a:r>
              <a:rPr/>
              <a:t>List from the right column:</a:t>
            </a:r>
          </a:p>
          <a:p>
            <a:pPr lvl="0"/>
            <a:r>
              <a:rPr/>
              <a:t>Item 1.</a:t>
            </a:r>
          </a:p>
          <a:p>
            <a:pPr lvl="0"/>
            <a:r>
              <a:rPr/>
              <a:t>Item 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table</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lgn="l">
                        <a:buNone/>
                      </a:pPr>
                      <a:r>
                        <a:rPr b="1"/>
                        <a:t>Item</a:t>
                      </a:r>
                    </a:p>
                  </a:txBody>
                  <a:tcPr/>
                </a:tc>
                <a:tc>
                  <a:txBody>
                    <a:bodyPr/>
                    <a:lstStyle/>
                    <a:p>
                      <a:pPr lvl="0" indent="0" marL="0" algn="ctr">
                        <a:buNone/>
                      </a:pPr>
                      <a:r>
                        <a:rPr b="1"/>
                        <a:t>Option</a:t>
                      </a:r>
                    </a:p>
                  </a:txBody>
                  <a:tcPr/>
                </a:tc>
              </a:tr>
              <a:tr h="0">
                <a:tc>
                  <a:txBody>
                    <a:bodyPr/>
                    <a:lstStyle/>
                    <a:p>
                      <a:pPr lvl="0" indent="0" marL="0" algn="l">
                        <a:buNone/>
                      </a:pPr>
                      <a:r>
                        <a:rPr/>
                        <a:t>Item 1</a:t>
                      </a:r>
                    </a:p>
                  </a:txBody>
                </a:tc>
                <a:tc>
                  <a:txBody>
                    <a:bodyPr/>
                    <a:lstStyle/>
                    <a:p>
                      <a:pPr lvl="0" indent="0" marL="0" algn="ctr">
                        <a:buNone/>
                      </a:pPr>
                      <a:r>
                        <a:rPr/>
                        <a:t>Option 1</a:t>
                      </a:r>
                    </a:p>
                  </a:txBody>
                </a:tc>
              </a:tr>
              <a:tr h="0">
                <a:tc>
                  <a:txBody>
                    <a:bodyPr/>
                    <a:lstStyle/>
                    <a:p>
                      <a:pPr lvl="0" indent="0" marL="0" algn="l">
                        <a:buNone/>
                      </a:pPr>
                      <a:r>
                        <a:rPr/>
                        <a:t>Item 2</a:t>
                      </a:r>
                    </a:p>
                  </a:txBody>
                </a:tc>
                <a:tc>
                  <a:txBody>
                    <a:bodyPr/>
                    <a:lstStyle/>
                    <a:p>
                      <a:pPr lvl="0" indent="0" marL="0" algn="ctr">
                        <a:buNone/>
                      </a:pPr>
                      <a:r>
                        <a:rPr/>
                        <a:t>Option 2</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Bibliography</a:t>
            </a:r>
          </a:p>
        </p:txBody>
      </p:sp>
      <p:sp>
        <p:nvSpPr>
          <p:cNvPr id="3" name="Content Placeholder 2"/>
          <p:cNvSpPr>
            <a:spLocks noGrp="1"/>
          </p:cNvSpPr>
          <p:nvPr>
            <p:ph idx="1"/>
          </p:nvPr>
        </p:nvSpPr>
        <p:spPr/>
        <p:txBody>
          <a:bodyPr/>
          <a:lstStyle/>
          <a:p>
            <a:pPr lvl="0" indent="0" marL="0">
              <a:buNone/>
            </a:pPr>
            <a:r>
              <a:rPr/>
              <a:t>Brown, Gordon, ed. 2016. </a:t>
            </a:r>
            <a:r>
              <a:rPr i="1"/>
              <a:t>The Universal Declaration of Human Rights in the 21st Century, a Living Document in a Changing World</a:t>
            </a:r>
            <a:r>
              <a:rPr/>
              <a:t>. Open Book Publishers ; NYU Global Institute for Advanced Study.</a:t>
            </a:r>
          </a:p>
          <a:p>
            <a:pPr lvl="0" indent="0" marL="0">
              <a:buNone/>
            </a:pPr>
            <a:r>
              <a:rPr/>
              <a:t>United Nations. 1948. </a:t>
            </a:r>
            <a:r>
              <a:rPr i="1"/>
              <a:t>Universal Declaration of Human Rights</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All human beings are born free and equal in dignity and rights.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Eleanor Roosevelt; John Peters Humphrey</dc:creator>
  <cp:keywords/>
  <dcterms:created xsi:type="dcterms:W3CDTF">2026-05-11T09:35:39Z</dcterms:created>
  <dcterms:modified xsi:type="dcterms:W3CDTF">2026-05-11T09:35:39Z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ffiliation">
    <vt:lpwstr/>
  </property>
  <property fmtid="{D5CDD505-2E9C-101B-9397-08002B2CF9AE}" pid="7" name="by-author">
    <vt:lpwstr/>
  </property>
  <property fmtid="{D5CDD505-2E9C-101B-9397-08002B2CF9AE}" pid="8" name="csl">
    <vt:lpwstr>../assets/csl/chicago-author-date.csl</vt:lpwstr>
  </property>
  <property fmtid="{D5CDD505-2E9C-101B-9397-08002B2CF9AE}" pid="9" name="date">
    <vt:lpwstr>2023-01-01</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institute">
    <vt:lpwstr>United Nations</vt:lpwstr>
  </property>
  <property fmtid="{D5CDD505-2E9C-101B-9397-08002B2CF9AE}" pid="15" name="institutes">
    <vt:lpwstr/>
  </property>
  <property fmtid="{D5CDD505-2E9C-101B-9397-08002B2CF9AE}" pid="16" name="labels">
    <vt:lpwstr/>
  </property>
  <property fmtid="{D5CDD505-2E9C-101B-9397-08002B2CF9AE}" pid="17" name="nocite">
    <vt:lpwstr>@brown2016</vt:lpwstr>
  </property>
  <property fmtid="{D5CDD505-2E9C-101B-9397-08002B2CF9AE}" pid="18" name="references">
    <vt:lpwstr/>
  </property>
  <property fmtid="{D5CDD505-2E9C-101B-9397-08002B2CF9AE}" pid="19" name="subtitle">
    <vt:lpwstr>Subtitle</vt:lpwstr>
  </property>
  <property fmtid="{D5CDD505-2E9C-101B-9397-08002B2CF9AE}" pid="20" name="toc-title">
    <vt:lpwstr>Table of contents</vt:lpwstr>
  </property>
</Properties>
</file>